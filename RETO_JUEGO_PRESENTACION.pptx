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RETO JUEGO BRYAN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BBC04"/>
                </a:solidFill>
              </a:defRPr>
            </a:pPr>
            <a:r>
              <a:t>Sistema de Combate y Disparo</a:t>
            </a:r>
            <a:br/>
            <a:r>
              <a:t>ETAPA 2 - Unity 3D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PARTE 1: CONFIGURACION Y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Expositor 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Estructura tecnica del proyecto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Organizacion de assets y scripts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Arquitectura de componentes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1.1 Organizacion de Carpetas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Assets/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Models/ -&gt; FBX Player, Cleric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Texture/ -&gt; Texturas PBR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Scripts/ -&gt; Codigo C#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Editor/ -&gt; Herramientas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Animation/ -&gt; Animator Controller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1.1 Project Window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0F0F0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CAPTURA AQUI</a:t>
            </a:r>
            <a:br/>
            <a:br/>
            <a:r>
              <a:t>Mostrar estructura de carpetas expandidas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1.2 Configuracion del Player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CharacterController -&gt; Capsula colisiones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Animator -&gt; Animaciones (Blend Tree)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Tag: 'Player' -&gt; Identificacion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Visual (hijo) -&gt; Modelo 3D separado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Cinemachine FreeLook -&gt; Camara orbital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1.2 Player Inspector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0F0F0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CAPTURA AQUI</a:t>
            </a:r>
            <a:br/>
            <a:br/>
            <a:r>
              <a:t>Jerarquia del Player con componentes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1.3 Segundo Personaje (TargetDummy)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CapsuleCollider -&gt; Detecta impactos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- height: 2m | radius: 0.5m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TargetDummy.cs -&gt; IDamageable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Tag: 'Target' -&gt; Identificacion objetivo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Auto-respawn -&gt; Cada 3 segundos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1.3 TargetDummy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0F0F0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CAPTURA AQUI</a:t>
            </a:r>
            <a:br/>
            <a:br/>
            <a:r>
              <a:t>Cleric en escena con CapsuleCollider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1.4 Tags vs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TAGS usados: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'Player' -&gt; Ignora sus propias balas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'Target' -&gt; Identifica objetivos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Por que Tags?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Suficiente para esta escala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Mas simple que Layers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1.5 Arquitectura de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Scripts/Player/ -&gt; Movimiento y animacion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Scripts/Combat/ -&gt; Sistema dano compartido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Scripts/Enemy/ -&gt; Salud de enemigos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Scripts/UI/ -&gt; HUD e interfaz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Editor/ -&gt; Automatizacion editor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1.5 Estructura Scripts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0F0F0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CAPTURA AQUI</a:t>
            </a:r>
            <a:br/>
            <a:br/>
            <a:r>
              <a:t>Carpetas expandidas en Project window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1.6 Responsabilidad de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PlayerMovement -&gt; WASD + Salto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PlayerAnimator -&gt; Blend Tree (Speed, Jump)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WeaponSystem -&gt; Disparo + Municion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Projectile -&gt; Fisica + Impacto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IDamageable -&gt; Interfaz dano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HUDDisplay -&gt; UI tiempo real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PARTE 2: SISTEMA DE DISPARO Y COMBATE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Expositor 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Flujo del combate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Fisica de proyectiles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Efectos visuales procedurales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2.1 Comunicacion entre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Patron Observer (Eventos C#):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1. WeaponSystem dispara evento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2. HUD se suscribe -&gt; se actualiza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3. ArmAnimation se suscribe -&gt; anima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Desacoplamiento total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No necesitan conocerse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2.1 Diagrama Flujo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0F0F0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CAPTURA AQUI</a:t>
            </a:r>
            <a:br/>
            <a:br/>
            <a:r>
              <a:t>Disparo -&gt; OnShoot -&gt; HUD/Animation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2.2 WeaponSystem: Shoot()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Flujo: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1. Verificar municion (&gt; 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2. Verificar fire rate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3. CurrentAmmo--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4. OnAmmoChanged.Invoke()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5. BulletFactory.Create()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6. Aplicar velocidad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2.2 Shoot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0F0F0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CAPTURA AQUI</a:t>
            </a:r>
            <a:br/>
            <a:br/>
            <a:r>
              <a:t>Codigo en Visual Studio destacando flujo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2.3 Municion y Recarga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Magazine: 6 balas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Fire Rate: 0.5 segundos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Recarga con 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Solo si CurrentAmmo &lt; 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Vuelve a 6 instantaneamente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No dispara durante recarga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2.3 HUD Municion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0F0F0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CAPTURA AQUI</a:t>
            </a:r>
            <a:br/>
            <a:br/>
            <a:r>
              <a:t>BALAS: 3 / 6 y RECARGANDO...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2.4 Disparo 100% Horizontal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Problema: disparaba hacia arriba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Solucion: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dir = transform.forward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dir.y = 0 -&gt; fuerza horizontal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dir.Normalize() -&gt; re-normaliza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rb.useGravity = false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2.4 Gizmo Disparo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0F0F0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CAPTURA AQUI</a:t>
            </a:r>
            <a:br/>
            <a:br/>
            <a:r>
              <a:t>Green line mostrando direccion 5m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2.5 Sistema de Espada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FindHandBone() -&gt; busca RightHand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SetParent(handBone, false) -&gt; local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localPosition = (0, 0.05, 0) -&gt; ajuste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Espada sigue animacion automaticamente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Sin codigo extra de movimiento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2.5 Warrior con Espada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0F0F0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CAPTURA AQUI</a:t>
            </a:r>
            <a:br/>
            <a:br/>
            <a:r>
              <a:t>Personaje enganchando arma correctamente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2.6 Anatomia del Proyectil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[RequireComponent] Rigidbody + Collider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OnCollisionEnter():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ContactPoint = punto exacto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collision.normal = orientacion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OnTriggerEnter(): Fallback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2.6 Proyectil Physics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0F0F0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CAPTURA AQUI</a:t>
            </a:r>
            <a:br/>
            <a:br/>
            <a:r>
              <a:t>Esfera amarilla impactando TargetDummy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2.7 Sistema Dano (IDamageable)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Interface publica: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TakeDamage(float amount)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Die()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Implementan: PlayerHealth, Enemy, Target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Polimorfismo: cualquier recibe dano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2.7 IDamageable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0F0F0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CAPTURA AQUI</a:t>
            </a:r>
            <a:br/>
            <a:br/>
            <a:r>
              <a:t>Interface y implementaciones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2.8 Efectos Visuales (VFX)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ParticleSystem procedural (sin Prefab):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+ 25 particulas en burst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Emision conica segun superficie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Color orange -&gt; red fade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Luz puntual 3 intensidad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Destruye en 1 segundo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2.8 VFX Impacto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0F0F0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CAPTURA AQUI</a:t>
            </a:r>
            <a:br/>
            <a:br/>
            <a:r>
              <a:t>Particulas naranjas explosion radial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PARTE 3: UI, PRACTICAS Y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Expositor 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Interfaz de usuario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Arquitectura profesional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Principios SOLID aplicados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3.1 Sistema UI (OnGUI)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Immediate Mode GUI (IMGUI):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Rapido: sin Canvas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Procedural: todo codigo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HUDDisplay.cs: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Dibuja rectangulos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+ Se suscribe eventos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3.1 HUD Gameplay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0F0F0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CAPTURA AQUI</a:t>
            </a:r>
            <a:br/>
            <a:br/>
            <a:r>
              <a:t>BALAS, vida, mira, mensajes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3.2 Elementos del HUD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Municion: BALAS: X/6 (rojo si vacio)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Barra vida: coloreada (rojo-&gt;verde)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Crosshair: cruz centro pantalla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Mensajes: SIN BALAS - Presiona 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Todos actualizados por eventos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3.3 Buenas Practicas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Interfaces (IDamageable)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Eventos (Observer Pattern)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Factory Method (BulletFactory)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Guard Clauses (early returns)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Composicion sobre herencia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Separacion responsabilidades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3.4 Conceptos Clave 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MonoBehaviour Lifecycle: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Awake() -&gt; Start() -&gt; Update() -&gt; FixedUpdate()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Fisica: Rigidbody + Colliders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Espacios: localPosition vs position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Vectores: transform.forward, normalize()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3.5 Patrones Programacion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Observer -&gt; Eventos para desacoplamiento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Factory Method -&gt; BulletFactory.Create()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Polimorfismo -&gt; IDamageable.TakeDamage()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Guard Clauses -&gt; Early returns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Singleton -&gt; Camera.main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3.6 Cumplimiento Rubrica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Arquitectura: Codigo limpio, eventos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Mecanicas: Movimiento fluido, sin bugs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Multimedia: Modelos, animaciones, VFX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Optimizacion: 60 FPS, cleanup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POO: Interfaces, encapsulacion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3.6 Rubrica Completada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solidFill>
            <a:srgbClr val="F0F0F0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69696"/>
                </a:solidFill>
              </a:defRPr>
            </a:pPr>
            <a:r>
              <a:t>CAPTURA AQUI</a:t>
            </a:r>
            <a:br/>
            <a:br/>
            <a:r>
              <a:t>Evidencia en-game todos criterios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3.7 Principios SOLID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 - Single Responsibility: cada script una funcion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 - Open/Closed: extensible interfaces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 - Liskov Substitution: cualquier IDamageable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 - Interface Segregation: solo necesario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 - Dependency Inversion: eventos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Arquitectura profesional desde inicio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Desacoplamiento total componentes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Codigo escalable y mantenible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Implementacion patrones reales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Rubrica 100% cumplida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Listo para produccion.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